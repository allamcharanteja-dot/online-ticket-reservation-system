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6" r:id="rId11"/>
    <p:sldId id="340" r:id="rId12"/>
    <p:sldId id="347" r:id="rId13"/>
    <p:sldId id="348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Online Ticket Reservation System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A Charanteja</a:t>
            </a:r>
          </a:p>
          <a:p>
            <a:pPr marL="0" indent="0" algn="ctr">
              <a:buNone/>
            </a:pPr>
            <a:r>
              <a:rPr lang="en-US" sz="9600" dirty="0"/>
              <a:t>Student ID: 2520030418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11200" dirty="0"/>
              <a:t>Cluster:03</a:t>
            </a:r>
          </a:p>
          <a:p>
            <a:pPr marL="0" indent="0" algn="ctr">
              <a:buNone/>
            </a:pPr>
            <a:r>
              <a:rPr lang="en-US" sz="11200" dirty="0"/>
              <a:t>Section: 12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DR.Chaitanya</a:t>
            </a:r>
            <a:r>
              <a:rPr lang="en-US" sz="8600" dirty="0">
                <a:solidFill>
                  <a:srgbClr val="00B050"/>
                </a:solidFill>
              </a:rPr>
              <a:t> Kumar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Online Ticket Reservation System is a software application used to book tickets digitally.</a:t>
            </a:r>
          </a:p>
          <a:p>
            <a:r>
              <a:rPr lang="en-US" dirty="0"/>
              <a:t>The system helps users reserve tickets easily without visiting booking counters.</a:t>
            </a:r>
          </a:p>
          <a:p>
            <a:r>
              <a:rPr lang="en-US" dirty="0"/>
              <a:t>It stores passenger information and booking details efficiently.</a:t>
            </a:r>
          </a:p>
          <a:p>
            <a:r>
              <a:rPr lang="en-US" dirty="0"/>
              <a:t>Data Structures like </a:t>
            </a:r>
            <a:r>
              <a:rPr lang="en-US" b="1" dirty="0"/>
              <a:t>Queue and Linked List</a:t>
            </a:r>
            <a:r>
              <a:rPr lang="en-US" dirty="0"/>
              <a:t> are used to manage reservations and waiting lists.</a:t>
            </a:r>
          </a:p>
          <a:p>
            <a:r>
              <a:rPr lang="en-US" dirty="0"/>
              <a:t>Searching and sorting techniques help retrieve passenger information quickly.</a:t>
            </a:r>
          </a:p>
          <a:p>
            <a:r>
              <a:rPr lang="en-US" dirty="0"/>
              <a:t>The system improves speed, accuracy, and convenience in ticket booking.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03A400-A4AF-F250-3CC1-0C9F979928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465" y="1740311"/>
            <a:ext cx="10599635" cy="349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ticket booking requires physical presence.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waiting time at booking counters.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availability checking is slow.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maintenance is difficult.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data loss or mistakes.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cancellations and waiting lists is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12FE1F-1210-4B41-1A5A-D6983117D2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37" y="1981232"/>
            <a:ext cx="76973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 reservation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search for available tickets.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waiting list management using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passenger records digitally.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ticket confirmation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errors in booking.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17A6EA8-BF44-489F-01C9-2F083C82C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969" y="1825625"/>
            <a:ext cx="3412062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B663C-24C7-66C9-A924-7E5FD9E3F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796" y="2212976"/>
            <a:ext cx="902250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Details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passenger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Seat Availability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Checks seat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Reserves tickets.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Removes ticket from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booking records.</a:t>
            </a: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651" y="490472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979CD-FCC5-6882-828B-448E61858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09"/>
            <a:ext cx="740940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user-friendly booking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ticket reservations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application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DSA concepts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ticket management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booking time and complexity.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AD6026-64AA-DE77-96EB-8E8EA60B2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0548" y="2262465"/>
            <a:ext cx="1064384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fundamental data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Queue for waiting list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Linked List for passenger records.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searching and sorting algorithms.</a:t>
            </a:r>
            <a:r>
              <a:rPr lang="en-US" sz="1800" dirty="0"/>
              <a:t> Analyze efficiency of data structures in real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33B91F-95A1-9B3C-AC33-F927673B6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1629"/>
            <a:ext cx="393024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9916F2-5F01-F21E-6B41-45409BF7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383" y="1838034"/>
            <a:ext cx="3590729" cy="435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6E4BDD-2B91-A146-C932-269C0AC6E5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92024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the ticket reservation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for passengers and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 and Linked List data structures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of ticket management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railway or bus reservation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E222101-439B-96F6-D419-245A8F200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346" y="1928603"/>
            <a:ext cx="4210638" cy="30007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9B763B-D10B-C6EB-F21D-FEAFF5C72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677" y="1856792"/>
            <a:ext cx="4095265" cy="307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3711</TotalTime>
  <Words>486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Title: Online Ticket Reservation System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DSA</vt:lpstr>
      <vt:lpstr>Screenshots for 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allam charanteja</cp:lastModifiedBy>
  <cp:revision>53</cp:revision>
  <dcterms:created xsi:type="dcterms:W3CDTF">2022-05-20T10:20:31Z</dcterms:created>
  <dcterms:modified xsi:type="dcterms:W3CDTF">2026-03-11T14:18:38Z</dcterms:modified>
</cp:coreProperties>
</file>